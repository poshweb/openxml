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0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DA8B8-5167-B117-8A5C-D7D35859F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C163E-1B41-6DD3-CC8F-507371BB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80B3B-AB69-AF80-1CE7-1A6F6CCC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D9F8C-4B38-DC32-1075-F5B200FD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14460-9710-1E3F-50CA-22D53B7F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9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21BF-E058-8231-4C9F-DD61C92B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2490E-E40C-4965-2863-0D0D3E774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CCF4-87A3-B3AA-C8ED-2A095DE6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F6386-A294-C3C3-72EB-792D9DCC7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3052E-C316-3743-9CA3-A12DB7C2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0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78FC-7495-E252-618E-114B1066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F9A2D-4BDB-AA4A-011D-CEB001072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B6F01-2713-FEAE-08BA-E4D7F662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4ACD4-E65B-49EE-9A84-C5F17CB6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A9DB6-BFBA-689B-7685-A1DE5B22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8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6BE8-A6F0-C50C-972A-899918E2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1B66D-34E9-F4E2-5EE2-589525450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4C845-EF6B-143F-F691-1C93DE7D6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DDF47-2C12-D6C9-43FA-D981D064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3A910-A171-498B-EF59-B1FB8A3C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1908A-3935-4758-F256-A61E8EF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1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58FA-8CA4-F2BE-85EC-A8B982554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6239B-20C6-F183-E51C-43F966B5A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B58CA-A03D-FDE4-8F39-E1B881DB8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60018-0A25-C718-1C15-8073CC079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BEC65-DC3C-059F-FB66-83E145174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9B025-707C-99F5-8657-EB0809FE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3A4733-AD94-0E0E-BA37-E90C8336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21F0A-CE9C-6DEB-635C-9F4674A6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5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0CD7-489C-1900-8CC3-DE2A88C7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0A1CD-B09D-ED47-BDDD-30F22C2B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0C419-8030-E4B8-A0F3-9033D824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DADC3-41BB-9B18-6AB3-89D5240F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1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59A11-25C1-85BE-D003-C9E71307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4CB04-FD17-F257-0B22-7E4BED85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B2756-113F-9107-D312-D9C14B34B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4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7959-96E3-7125-EE0D-E24FBCB6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34F66-0D2A-C0D2-427B-F53313120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85186-B2B9-CB98-419B-2D3FECB1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30624-D41C-AA6C-51F5-A8F7A17E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A76EE-DCEE-A956-4E4A-B8F4D8A6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75976-F690-B6E2-E886-AF86CD44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5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FF16-137A-C05D-D62F-D95D7EBF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CA43F6-AA4A-6575-0670-4971D95B0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AA5A6-DF44-C737-7A38-1A9AF78C0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B97E2-4A95-5C57-F16D-4F178992E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274E7-5A57-ED36-71C7-B349F8F6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84369-1D33-06D8-2101-F63F861A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4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8F7C-BB49-74DB-54D9-E6F25A93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08AE9-D2BD-45B7-8B10-A3C0002B1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82850-74B8-167F-790B-EA880E7A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9C764-ADA3-056B-E3C6-272541B9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6455D-974C-36F4-C36E-E7CBF46D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7B145-842F-0AC9-81D7-167EEFF51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19D88-B247-F787-988D-DC4306D20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0FBA6-7D3D-DA40-D2D1-75187E27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84FCB-C576-A2A7-4A8E-7FD11D3F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598B6-7402-AACE-B683-6687B7E9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C66E5-ABA6-C2F2-5CA2-92EA40ED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B8EC-9211-6AFA-1738-C94595BDD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79D9-E241-620A-5881-9E030D07D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F2EE8-95CF-4197-936F-6B055D08F3F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B0719-A399-8AFB-270A-294729B27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F227C-D1A6-AD6F-042C-3BC7C9438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73FDD-0C21-4FBA-BBD1-6F44D91B9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03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1310F-62FE-B702-8100-70B4226A6D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Slide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B7E57-ABB5-3A1A-BED6-65E754362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With Only Two Slides</a:t>
            </a:r>
          </a:p>
        </p:txBody>
      </p:sp>
    </p:spTree>
    <p:extLst>
      <p:ext uri="{BB962C8B-B14F-4D97-AF65-F5344CB8AC3E}">
        <p14:creationId xmlns:p14="http://schemas.microsoft.com/office/powerpoint/2010/main" val="325004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AB8A-9F64-98E7-9F53-B4BEB5F3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A2913-2252-ACF8-4CAD-670CF0841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Bullet Point</a:t>
            </a:r>
          </a:p>
          <a:p>
            <a:r>
              <a:rPr lang="en-US" dirty="0"/>
              <a:t>Second Bullet Point</a:t>
            </a:r>
          </a:p>
          <a:p>
            <a:r>
              <a:rPr lang="en-US" dirty="0"/>
              <a:t>Third Bullet Point</a:t>
            </a:r>
          </a:p>
        </p:txBody>
      </p:sp>
    </p:spTree>
    <p:extLst>
      <p:ext uri="{BB962C8B-B14F-4D97-AF65-F5344CB8AC3E}">
        <p14:creationId xmlns:p14="http://schemas.microsoft.com/office/powerpoint/2010/main" val="203597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 Slide Deck</vt:lpstr>
      <vt:lpstr>A Heading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Brundage</dc:creator>
  <cp:lastModifiedBy>James Brundage</cp:lastModifiedBy>
  <cp:revision>1</cp:revision>
  <dcterms:created xsi:type="dcterms:W3CDTF">2025-10-15T19:07:17Z</dcterms:created>
  <dcterms:modified xsi:type="dcterms:W3CDTF">2025-10-15T19:08:31Z</dcterms:modified>
</cp:coreProperties>
</file>