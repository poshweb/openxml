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BC6A-F916-A833-DAD2-8123B1842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59FB2-5F78-9A2E-7E7E-58A59DC5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2C98E-E617-44F6-C6F2-38672B04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270CB-FCC6-F614-25C6-AEFB9393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5110F-E79F-696D-BADF-70345908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1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97FE-DEF2-069D-5CAB-2F039335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7FAD3-BB2A-8145-7CB9-5F135E43B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F314A-8CA3-6584-1276-DBD8D0E7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B680E-745D-ADD1-C6C9-DC2539A6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F3FD0-346B-D246-7826-79DF6061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FD82-7E41-0000-F76E-500AA865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C089F-FBAC-64DE-CF4D-FB07C48F1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672B-77BD-3C4F-92A1-7CE833AE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C0E81-E796-455A-8648-D0BB0AC4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11AEF-75CC-4A47-1905-2DE1B28B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1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A2C5-B5F6-9EF1-57A2-DF458996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638F-0E1B-0C1A-1DB3-478980C4F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7DBFA-B6CF-C72D-39AF-4EDA49DDB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37F18-FA32-A8E2-40D0-79965C01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FE03C-DBA2-CF70-92BD-C776E1B6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5DDAA-6586-F94F-A2E8-23DE07B9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1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0B77-8D65-8D3E-97ED-CE6192F4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322A7-F0C9-C870-9B7A-33DCBE97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E4F64-0890-555B-DCE7-3D4A752BA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BF59D-F626-1495-05EE-04162F5FD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E2D79-6CB7-808A-7DF8-232C551D0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9996D-1B59-86EA-6181-811EF9F8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B5F0EB-BA65-BC4E-DF70-6AA409CB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A4723-55AC-6139-2735-5DCAA679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3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BBCE-E3DC-699A-35CD-81D0AFA5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C7023-6606-4AC7-5076-18791B3F4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FB204-B49D-F60E-844F-A7A43002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7188D-2260-2F8B-C10C-CCB5C0BED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5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35F5D-90D8-CF97-6C8A-FDE2CA34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115CE-33E3-9378-8FDB-E1E7AE36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9B49-21BC-D56F-F367-0E9160E8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D9F5-D4F8-A005-0F5C-F1AB10B1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56E6-B113-28EC-B586-AB9BCD714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13FB7-177C-50A4-29E2-1855AA70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C2E1F-5005-92B8-5A80-D7BA9904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1236E-9124-22AF-A092-E56ACB71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DB7C0-41F5-5195-4848-84F08BD2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5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C989-5668-56D7-D978-B8EE4283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3F844-5211-9BD5-0232-153215CEE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7024-64AF-1026-0761-5D8F9037C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CFB2D-4441-908F-79F3-C88476ED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8DD67-4C57-8B60-68AC-11E402E5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198B9-6741-4D63-20F5-2C235963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3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11A2-63BF-C58E-1AAF-A5279AE5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F864-FE25-B49F-C886-5FAE10830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AA2D4-9A72-C7BF-0DD1-3659C45C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EF490-DA4A-AE09-5D29-2F8992BFD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0CAD-84AF-C3B7-C28D-380DA197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3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D451A-7417-DDCF-E36B-A914C79F7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25DD6-7F52-5E5C-C221-96C7E15FC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0EB0-6CF5-28EE-50B7-B6997EDD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44C82-A142-654D-92CC-CE2D46EF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809C5-F87E-FD8C-D5F5-25C7D1D7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5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79BB-8F20-CD58-F7E9-0953CB88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93D9-E137-A748-8982-2DF450B88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77C3-556B-4E9A-FC72-08136722D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BA60C-09B3-4348-AA21-D7FE94D7831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0D522-F8FE-6F06-68D5-70C403317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12CD3-2F1C-F7A2-53E5-5BD37AF85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3BDAD-9801-4D05-88F4-FD8E01F1C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4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75E8-836E-4790-3C12-EF7D8A27E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E16FE-116D-54E3-9091-1A14370C37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Brundage</dc:creator>
  <cp:lastModifiedBy>James Brundage</cp:lastModifiedBy>
  <cp:revision>1</cp:revision>
  <dcterms:created xsi:type="dcterms:W3CDTF">2025-10-15T07:35:29Z</dcterms:created>
  <dcterms:modified xsi:type="dcterms:W3CDTF">2025-10-15T07:35:44Z</dcterms:modified>
</cp:coreProperties>
</file>