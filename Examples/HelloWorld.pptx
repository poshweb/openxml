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0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5146C-D7D4-226C-9C3C-3F5F2DFE9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72FD3-A8A7-CBC8-61B0-D65DD29F6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3F406-001C-6492-3A99-EFA92C708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DCFB-110A-43C6-A1F1-8FF253ECF36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1E96E-FE37-E289-46F3-E7E2DB72E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B97FA-159D-3D21-E07F-5FEBA546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33C45-C910-488B-98F2-8AF067F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24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1BEEA-E0CF-736F-B893-1A7BE4DE6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1B8EE-10BD-69CF-068C-A80C1BCB8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DFEB9-5220-F504-DC7F-C36F07A4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DCFB-110A-43C6-A1F1-8FF253ECF36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7D1BA-AA98-BABB-8E5A-4485D753F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75799-EF53-7B93-C7B9-37FA90F8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33C45-C910-488B-98F2-8AF067F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0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3D7C5-6EAF-A39D-3A29-94A19CAE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26D1F-06DF-97BA-E1D1-083A72B47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CDBE1-54A5-2CAC-33F4-674D41B8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DCFB-110A-43C6-A1F1-8FF253ECF36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DBCE2-AD94-01CB-EFAA-4E5563396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5368E-88C6-0EA9-E409-2024C20F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33C45-C910-488B-98F2-8AF067F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5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8ABD1-110D-22FE-90E9-D70BFB4E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FE40A-3975-DE6C-109A-EF6D420EB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93906-CC8F-A448-2E08-76374E2F5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1B2F9-AA1F-572E-A475-138C2B610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DCFB-110A-43C6-A1F1-8FF253ECF36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8D391-29EB-732B-BF05-F53D29082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94B0F-59BD-5338-0FA2-3D80A9F6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33C45-C910-488B-98F2-8AF067F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24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FA82E-35AB-1567-8808-3CAB7D86D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1E1EE-A31D-AD45-65D7-946BDCA35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40D0E-DEFD-B3D8-D48F-3A218D735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AF9CB-A070-8D7D-296E-C5AF7DD83C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52F46D-2190-504B-ACA5-5AD1E0EC0B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06487-710F-7C1B-0BAC-A8634459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DCFB-110A-43C6-A1F1-8FF253ECF36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7B80A9-2D50-0452-CF89-C954C4521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8EC9BF-187A-4E04-D627-C9444A8D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33C45-C910-488B-98F2-8AF067F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93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455D2-F3B6-E10E-D3C3-93E01061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D6B61D-CDA4-4EB8-0D2A-C2C6403C4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DCFB-110A-43C6-A1F1-8FF253ECF36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24D6FA-BFD7-7D81-9317-F69B0197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D7265-AE1A-2E00-7C44-F2477292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33C45-C910-488B-98F2-8AF067F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11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7FDB0A-E849-4C0C-A517-19AE4F7D0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DCFB-110A-43C6-A1F1-8FF253ECF36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82FF27-4077-1541-222B-4C068FD54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60348-028B-F91E-36A7-95591F2AF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33C45-C910-488B-98F2-8AF067F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98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2385-BBB8-F612-D589-730FB4055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6227E-6E08-274F-CA4D-537647D0A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0EDFB-F2E4-BFB9-C921-C8DA71FD5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C1B5D-15CA-D19E-8D97-211ED365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DCFB-110A-43C6-A1F1-8FF253ECF36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56F1C-746B-197F-5443-F07914825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C1949-0B53-70A0-00A6-D8A4B1B5F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33C45-C910-488B-98F2-8AF067F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60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62248-9829-EB35-DB90-BF4CF90AB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8FFC88-8C64-FCC7-5DD6-BD43CE1FAE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D19B3-C437-6C5B-7AD5-6DFFEC630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395EE-4D54-E0B8-0866-DEB0D5B8E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DCFB-110A-43C6-A1F1-8FF253ECF36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E8A99-211B-2FA8-AC6E-884A62C2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3CD20-416A-FC15-D447-AEB3538B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33C45-C910-488B-98F2-8AF067F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44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73A1-0D6B-A5C5-E8EC-876A61D88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0CDC8-79FA-FC04-2A12-9609BA7A5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3D2FF-2F1D-BD81-6BEF-ECE8D2024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DCFB-110A-43C6-A1F1-8FF253ECF36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24298-42B0-7279-7A20-9DCE8F37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96346-68F3-8DAF-283E-DAE82038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33C45-C910-488B-98F2-8AF067F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13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C74C9D-2223-E335-7DB1-9EE64D35E6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CA0EF-C235-91DE-B26D-1C2672513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C6C26-CDE2-943B-4463-63DD8E21F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0DCFB-110A-43C6-A1F1-8FF253ECF36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96678-7CDE-99BB-C3B2-AA5168DB3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71B4D-766F-91B2-9521-16D12608D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33C45-C910-488B-98F2-8AF067F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91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6AEE31-AA32-50C8-B92A-51418E919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65F30-9C52-F7BA-AB18-550ED2DCA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3C79F-B9CA-578F-C47F-F046FD923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0DCFB-110A-43C6-A1F1-8FF253ECF36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D934F-E3EA-B105-616A-42109A0122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CC5C0-0824-1D54-1EE2-E8E3E8F5F2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933C45-C910-488B-98F2-8AF067F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2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B9325-D493-8595-AD13-A514CC7E99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Hello World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AD392B-E7F6-1F99-7C82-99D2841A6D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23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Hello World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Brundage</dc:creator>
  <cp:lastModifiedBy>James Brundage</cp:lastModifiedBy>
  <cp:revision>1</cp:revision>
  <dcterms:created xsi:type="dcterms:W3CDTF">2025-10-15T19:09:37Z</dcterms:created>
  <dcterms:modified xsi:type="dcterms:W3CDTF">2025-10-15T19:09:51Z</dcterms:modified>
</cp:coreProperties>
</file>